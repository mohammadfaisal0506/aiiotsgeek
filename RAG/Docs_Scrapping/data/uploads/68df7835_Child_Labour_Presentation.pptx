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Child Labour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Child labour refers to the employment of children in work that is harmful to their physical, mental, or moral development.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Causes of Child Labour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Poverty and unemployment</a:t>
            </a:r>
          </a:p>
          <a:p>
            <a:r>
              <a:t>- Lack of access to education</a:t>
            </a:r>
          </a:p>
          <a:p>
            <a:r>
              <a:t>- Social and cultural factors</a:t>
            </a:r>
          </a:p>
          <a:p>
            <a:r>
              <a:t>- Weak law enforcement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Effects of Child Labour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Loss of education</a:t>
            </a:r>
          </a:p>
          <a:p>
            <a:r>
              <a:t>- Health and safety risks</a:t>
            </a:r>
          </a:p>
          <a:p>
            <a:r>
              <a:t>- Psychological harm</a:t>
            </a:r>
          </a:p>
          <a:p>
            <a:r>
              <a:t>- Cycle of poverty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Global Situation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Millions of children worldwide are affected</a:t>
            </a:r>
          </a:p>
          <a:p>
            <a:r>
              <a:t>- Common in agriculture, factories, and domestic work</a:t>
            </a:r>
          </a:p>
          <a:p>
            <a:r>
              <a:t>- More prevalent in developing countries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Prevention and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Free and compulsory education</a:t>
            </a:r>
          </a:p>
          <a:p>
            <a:r>
              <a:t>- Poverty reduction programs</a:t>
            </a:r>
          </a:p>
          <a:p>
            <a:r>
              <a:t>- Strict enforcement of child labour laws</a:t>
            </a:r>
          </a:p>
          <a:p>
            <a:r>
              <a:t>- Public awareness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